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82296" cy="1920240"/>
          </a:xfrm>
          <a:prstGeom prst="rect">
            <a:avLst/>
          </a:prstGeom>
          <a:solidFill>
            <a:srgbClr val="60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03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8FA6D4"/>
                </a:solidFill>
                <a:latin typeface="Arial"/>
              </a:rPr>
              <a:t>ExtendedTimePotion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87168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rial"/>
              </a:rPr>
              <a:t>Architecture CI, mise à jour et publication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01568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9C5DD"/>
                </a:solidFill>
                <a:latin typeface="Arial"/>
              </a:rPr>
              <a:t>Comment les 3 workflows GitHub Actions, le script Python de résolution de versions</a:t>
            </a:r>
          </a:p>
          <a:p>
            <a:pPr algn="l"/>
            <a:r>
              <a:rPr sz="1500" b="0">
                <a:solidFill>
                  <a:srgbClr val="B9C5DD"/>
                </a:solidFill>
                <a:latin typeface="Arial"/>
              </a:rPr>
              <a:t>et les 3 scripts bash de test s'imbriquent — et pourquoi.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617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93BC"/>
                </a:solidFill>
                <a:latin typeface="Courier New"/>
              </a:rPr>
              <a:t>.github/workflows/  ·  .github/scripts/  ·  scripts/update-mc-version.py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Les 7 pièces du système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3 workflows déclenchés par GitHub · 4 scripts réutilisables en local · un état partagé dans les fichiers du repo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170432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98448"/>
            <a:ext cx="68580" cy="11155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89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53B"/>
                </a:solidFill>
                <a:latin typeface="Courier New"/>
              </a:rPr>
              <a:t>ci.yml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2214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rial"/>
              </a:rPr>
              <a:t>push master · PR · manuel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83664"/>
            <a:ext cx="3401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Garde-fou de tous les jours : build + un serveur headless sur la version courante. Ne modifie jamais le repo.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70432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98448"/>
            <a:ext cx="68580" cy="11155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289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53B"/>
                </a:solidFill>
                <a:latin typeface="Courier New"/>
              </a:rPr>
              <a:t>check-new-minecraft.yml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162214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rial"/>
              </a:rPr>
              <a:t>cron mercredi 06:00 UTC · manuel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1883664"/>
            <a:ext cx="3401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Détecte, met à jour, teste toutes les versions revendiquées, escalade si besoin, ouvre la PR et l'issue.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170432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98448"/>
            <a:ext cx="68580" cy="111556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289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53B"/>
                </a:solidFill>
                <a:latin typeface="Courier New"/>
              </a:rPr>
              <a:t>release.yml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1622145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rial"/>
              </a:rPr>
              <a:t>push master sur gradle.properties · manuel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1883664"/>
            <a:ext cx="3401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Publie sur Modrinth et CurseForge, puis pose le tag v&lt;mod_version&gt;. Refuse tôt si rien n'a été prouvé.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724912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52928"/>
            <a:ext cx="68580" cy="111556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843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Courier New"/>
              </a:rPr>
              <a:t>update-mc-version.py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11718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Arial"/>
              </a:rPr>
              <a:t>Python · stdlib seule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43814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Le cerveau. Résout Minecraft, loom et Java, écrit les fichiers, décide de la compatibilité.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2724912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852928"/>
            <a:ext cx="68580" cy="11155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2843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Courier New"/>
              </a:rPr>
              <a:t>test-with-escalation.sh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311718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Arial"/>
              </a:rPr>
              <a:t>Bash · l'échelle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43814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Rejoue la matrice et dégèle fabric-api puis le loader, un à la fois, en cas d'échec.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2724912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852928"/>
            <a:ext cx="68580" cy="11155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2843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Courier New"/>
              </a:rPr>
              <a:t>test-matrix.sh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11718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Arial"/>
              </a:rPr>
              <a:t>Bash · boucle de versions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343814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Pour CHAQUE version revendiquée : build gradle + serveur. Écrit test-matrix-status.txt.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15400" y="2724912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2852928"/>
            <a:ext cx="68580" cy="1115568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16568" y="28437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Courier New"/>
              </a:rPr>
              <a:t>headless-server-test.sh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16568" y="3117189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D28D9"/>
                </a:solidFill>
                <a:latin typeface="Arial"/>
              </a:rPr>
              <a:t>Bash · une 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8" y="343814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Démarre un serveur dédié, vérifie que le mod a enregistré ses potions, puis l'arrête.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279392"/>
            <a:ext cx="11338560" cy="14630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891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253B"/>
                </a:solidFill>
                <a:latin typeface="Arial"/>
              </a:rPr>
              <a:t>État partagé : ce ne sont pas des variables de workflow, ce sont des FICHIERS du repo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718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gradle.properties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983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minecraft_version, loader, fabric_api,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loom, java, mod_version, supported_…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4718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fabric.mod.json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44368" y="4983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depends : minecraft, java, et les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planchers fabricloader / fabric-api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4718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.mc-update-state.json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4983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snapshot d'AVANT la MàJ (gitignored) :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claims + versions gelées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16368" y="4718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test-matrix-status.txt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16368" y="4983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« &lt;version&gt; ok|build|server »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par ligne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2368" y="471830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test-escalation.txt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2368" y="49834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« &lt;clé&gt; &lt;avant&gt; &lt;après&gt; »,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ce que l'escalade a bougé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589788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77D"/>
                </a:solidFill>
                <a:latin typeface="Arial"/>
              </a:rPr>
              <a:t>Un seul fichier disparu depuis la version précédente de ce schéma : tag-mc-support.yml, absorbé par release.yml (le tag n'est plus posé au merge, mais après une publication réussie).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Schéma global : qui appelle 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Trois chaînes indépendantes. Celle de gauche modifie le repo, celle de droite publie, celle du milieu constate.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60704"/>
            <a:ext cx="5074920" cy="512064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11556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77D"/>
                </a:solidFill>
                <a:latin typeface="Arial"/>
              </a:rPr>
              <a:t>MISE À JOUR AUTOMATIQUE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060704"/>
            <a:ext cx="3063240" cy="512064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51576" y="111556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77D"/>
                </a:solidFill>
                <a:latin typeface="Arial"/>
              </a:rPr>
              <a:t>INTÉGRATION CONTINUE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87968" y="1060704"/>
            <a:ext cx="2926080" cy="5120640"/>
          </a:xfrm>
          <a:prstGeom prst="roundRect">
            <a:avLst>
              <a:gd name="adj" fmla="val 3000"/>
            </a:avLst>
          </a:prstGeom>
          <a:solidFill>
            <a:srgbClr val="F4F6FA"/>
          </a:solidFill>
          <a:ln w="12700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15984" y="1115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677D"/>
                </a:solidFill>
                <a:latin typeface="Arial"/>
              </a:rPr>
              <a:t>PUBLICATION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1426464"/>
            <a:ext cx="2331720" cy="36576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0">
                <a:solidFill>
                  <a:srgbClr val="475569"/>
                </a:solidFill>
                <a:latin typeface="Arial"/>
              </a:rPr>
              <a:t>cron · mercredi 06:00 UTC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99232" y="1426464"/>
            <a:ext cx="2331720" cy="36576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workflow_dispatch (version, --force)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2011680"/>
            <a:ext cx="4800600" cy="384048"/>
          </a:xfrm>
          <a:prstGeom prst="roundRect">
            <a:avLst>
              <a:gd name="adj" fmla="val 10000"/>
            </a:avLst>
          </a:prstGeom>
          <a:solidFill>
            <a:srgbClr val="E4ECFD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D4ED8"/>
                </a:solidFill>
                <a:latin typeface="Courier New"/>
              </a:rPr>
              <a:t>check-new-minecraft.yml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2633472"/>
            <a:ext cx="2834640" cy="512064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B45309"/>
                </a:solidFill>
                <a:latin typeface="Courier New"/>
              </a:rPr>
              <a:t>scripts/update-mc-version.py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Courier New"/>
              </a:rPr>
              <a:t>bouge Minecraft, loom et 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9312" y="2633472"/>
            <a:ext cx="1691640" cy="512064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Mojang · Fabric meta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Arial"/>
              </a:rPr>
              <a:t>Modrinth · Maven loom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310128"/>
            <a:ext cx="4800600" cy="384048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6D28D9"/>
                </a:solidFill>
                <a:latin typeface="Courier New"/>
              </a:rPr>
              <a:t>test-with-escalation.sh   —   l'échelle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58768"/>
            <a:ext cx="4187952" cy="36576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6D28D9"/>
                </a:solidFill>
                <a:latin typeface="Courier New"/>
              </a:rPr>
              <a:t>test-matrix.sh   (rejouée 1 à 3 fois)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4389120"/>
            <a:ext cx="3547872" cy="347472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6D28D9"/>
                </a:solidFill>
                <a:latin typeface="Courier New"/>
              </a:rPr>
              <a:t>headless-server-test.sh   (1 par version)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" y="4956048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5703D"/>
                </a:solidFill>
                <a:latin typeface="Courier New"/>
              </a:rPr>
              <a:t>--mark-supported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44952" y="4956048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B01C1C"/>
                </a:solidFill>
                <a:latin typeface="Courier New"/>
              </a:rPr>
              <a:t>--revert-compat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559552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5703D"/>
                </a:solidFill>
                <a:latin typeface="Arial"/>
              </a:rPr>
              <a:t>PR prête à merger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4952" y="5559552"/>
            <a:ext cx="2286000" cy="36576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B01C1C"/>
                </a:solidFill>
                <a:latin typeface="Arial"/>
              </a:rPr>
              <a:t>PR draft + issue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691640" y="1792224"/>
            <a:ext cx="594360" cy="219456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566160" y="1792224"/>
            <a:ext cx="594360" cy="219456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947672" y="2395728"/>
            <a:ext cx="978408" cy="237744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64992" y="2834640"/>
            <a:ext cx="274320" cy="0"/>
          </a:xfrm>
          <a:prstGeom prst="line">
            <a:avLst/>
          </a:prstGeom>
          <a:ln w="1524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364992" y="2999232"/>
            <a:ext cx="274320" cy="0"/>
          </a:xfrm>
          <a:prstGeom prst="line">
            <a:avLst/>
          </a:prstGeom>
          <a:ln w="1524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47672" y="3145536"/>
            <a:ext cx="0" cy="164592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26080" y="3694176"/>
            <a:ext cx="0" cy="164592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566160" y="4224528"/>
            <a:ext cx="0" cy="164592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673352" y="4736592"/>
            <a:ext cx="0" cy="219456"/>
          </a:xfrm>
          <a:prstGeom prst="line">
            <a:avLst/>
          </a:prstGeom>
          <a:ln w="1905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87952" y="4736592"/>
            <a:ext cx="0" cy="219456"/>
          </a:xfrm>
          <a:prstGeom prst="line">
            <a:avLst/>
          </a:prstGeom>
          <a:ln w="1905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73352" y="5321808"/>
            <a:ext cx="0" cy="237744"/>
          </a:xfrm>
          <a:prstGeom prst="line">
            <a:avLst/>
          </a:prstGeom>
          <a:ln w="1905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87952" y="5321808"/>
            <a:ext cx="0" cy="237744"/>
          </a:xfrm>
          <a:prstGeom prst="line">
            <a:avLst/>
          </a:prstGeom>
          <a:ln w="1905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64792" y="47183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5703D"/>
                </a:solidFill>
                <a:latin typeface="Arial"/>
              </a:rPr>
              <a:t>échelle verte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79392" y="47183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01C1C"/>
                </a:solidFill>
                <a:latin typeface="Arial"/>
              </a:rPr>
              <a:t>épuisée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1426464"/>
            <a:ext cx="2788920" cy="36576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push master · pull_request · manuel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2011680"/>
            <a:ext cx="2788920" cy="384048"/>
          </a:xfrm>
          <a:prstGeom prst="roundRect">
            <a:avLst>
              <a:gd name="adj" fmla="val 10000"/>
            </a:avLst>
          </a:prstGeom>
          <a:solidFill>
            <a:srgbClr val="E4ECFD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D4ED8"/>
                </a:solidFill>
                <a:latin typeface="Courier New"/>
              </a:rPr>
              <a:t>ci.yml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0" y="2633472"/>
            <a:ext cx="278892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B253B"/>
                </a:solidFill>
                <a:latin typeface="Arial"/>
              </a:rPr>
              <a:t>setup-java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Arial"/>
              </a:rPr>
              <a:t>java_version lu dans gradle.properties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310128"/>
            <a:ext cx="2788920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>
                <a:solidFill>
                  <a:srgbClr val="1B253B"/>
                </a:solidFill>
                <a:latin typeface="Courier New"/>
              </a:rPr>
              <a:t>./gradlew build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60720" y="3858768"/>
            <a:ext cx="2788920" cy="36576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6D28D9"/>
                </a:solidFill>
                <a:latin typeface="Courier New"/>
              </a:rPr>
              <a:t>headless-server-test.sh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0720" y="4389120"/>
            <a:ext cx="2788920" cy="347472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475569"/>
                </a:solidFill>
                <a:latin typeface="Arial"/>
              </a:rPr>
              <a:t>artefact logs si échec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150608" y="1792224"/>
            <a:ext cx="0" cy="219456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150608" y="2395728"/>
            <a:ext cx="0" cy="237744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150608" y="3145536"/>
            <a:ext cx="0" cy="164592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150608" y="3694176"/>
            <a:ext cx="0" cy="164592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50608" y="4224528"/>
            <a:ext cx="0" cy="164592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34272" y="1426464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0">
                <a:solidFill>
                  <a:srgbClr val="475569"/>
                </a:solidFill>
                <a:latin typeface="Arial"/>
              </a:rPr>
              <a:t>push master sur gradle.properties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34272" y="2011680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4ECFD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1D4ED8"/>
                </a:solidFill>
                <a:latin typeface="Courier New"/>
              </a:rPr>
              <a:t>release.yml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34272" y="2633472"/>
            <a:ext cx="2651760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B253B"/>
                </a:solidFill>
                <a:latin typeface="Arial"/>
              </a:rPr>
              <a:t>job check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Arial"/>
              </a:rPr>
              <a:t>tag absent ? version prouvée 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6960" y="3255264"/>
            <a:ext cx="1719072" cy="329184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750" b="0">
                <a:solidFill>
                  <a:srgbClr val="B01C1C"/>
                </a:solidFill>
                <a:latin typeface="Arial"/>
              </a:rPr>
              <a:t>sinon : refus, rien n'est publié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34272" y="3767328"/>
            <a:ext cx="2651760" cy="384048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6D28D9"/>
                </a:solidFill>
                <a:latin typeface="Courier New"/>
              </a:rPr>
              <a:t>job publish : test-matrix.sh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34272" y="4315968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15703D"/>
                </a:solidFill>
                <a:latin typeface="Courier New"/>
              </a:rPr>
              <a:t>./gradlew publishMod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34272" y="4846320"/>
            <a:ext cx="2651760" cy="347472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5703D"/>
                </a:solidFill>
                <a:latin typeface="Courier New"/>
              </a:rPr>
              <a:t>job tag : v&lt;mod_version&gt;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360152" y="1792224"/>
            <a:ext cx="0" cy="219456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10360152" y="2395728"/>
            <a:ext cx="0" cy="237744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464040" y="3145536"/>
            <a:ext cx="0" cy="621792"/>
          </a:xfrm>
          <a:prstGeom prst="line">
            <a:avLst/>
          </a:prstGeom>
          <a:ln w="1905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360152" y="4151376"/>
            <a:ext cx="0" cy="164592"/>
          </a:xfrm>
          <a:prstGeom prst="line">
            <a:avLst/>
          </a:prstGeom>
          <a:ln w="1905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360152" y="4681728"/>
            <a:ext cx="0" cy="164592"/>
          </a:xfrm>
          <a:prstGeom prst="line">
            <a:avLst/>
          </a:prstGeom>
          <a:ln w="1905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384048" y="6199632"/>
            <a:ext cx="11338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77D"/>
                </a:solidFill>
                <a:latin typeface="Arial"/>
              </a:rPr>
              <a:t>test-matrix.sh et headless-server-test.sh sont littéralement les mêmes scripts dans les trois couloirs — c'est ce qui garantit qu'une PR verte, la CI et la publication testent la même chose.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6510528"/>
            <a:ext cx="237744" cy="173736"/>
          </a:xfrm>
          <a:prstGeom prst="roundRect">
            <a:avLst>
              <a:gd name="adj" fmla="val 25000"/>
            </a:avLst>
          </a:prstGeom>
          <a:solidFill>
            <a:srgbClr val="E4ECFD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" y="64602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workflow GitHub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869948" y="6510528"/>
            <a:ext cx="237744" cy="173736"/>
          </a:xfrm>
          <a:prstGeom prst="roundRect">
            <a:avLst>
              <a:gd name="adj" fmla="val 25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62556" y="64602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script Python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45536" y="6510528"/>
            <a:ext cx="237744" cy="173736"/>
          </a:xfrm>
          <a:prstGeom prst="roundRect">
            <a:avLst>
              <a:gd name="adj" fmla="val 25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38144" y="64602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script bash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83964" y="6510528"/>
            <a:ext cx="237744" cy="173736"/>
          </a:xfrm>
          <a:prstGeom prst="roundRect">
            <a:avLst>
              <a:gd name="adj" fmla="val 25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6572" y="64602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succès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79492" y="6510528"/>
            <a:ext cx="237744" cy="173736"/>
          </a:xfrm>
          <a:prstGeom prst="roundRect">
            <a:avLst>
              <a:gd name="adj" fmla="val 25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72100" y="64602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échec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806440" y="6510528"/>
            <a:ext cx="237744" cy="173736"/>
          </a:xfrm>
          <a:prstGeom prst="roundRect">
            <a:avLst>
              <a:gd name="adj" fmla="val 25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99048" y="64602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déclencheur / externe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ci.yml — le garde-fou de tous les jours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push master · pull_request · workflow_dispatch   |   concurrency: ci-&lt;ref&gt;, annule la course précédente   |   timeout 40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603504" y="1490472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14264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453896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actions/checkout@v4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74720" y="1874519"/>
            <a:ext cx="0" cy="15544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029967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148839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08483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Read the Java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112263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sed sur gradle.properties → java_version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532887"/>
            <a:ext cx="0" cy="15544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688335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603504" y="2807207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27431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Set up JDK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770631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temurin, version lue à l'étape précédente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3191255"/>
            <a:ext cx="0" cy="15544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3346703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3465575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0156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Set up Gradle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428999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gradle/actions/setup-gradle@v4 (cache)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3849623"/>
            <a:ext cx="0" cy="15544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005071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603504" y="4123943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059935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087367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chmod +x gradlew ; ./gradlew build --stacktrace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74720" y="4507991"/>
            <a:ext cx="0" cy="15544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4663439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603504" y="4782311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4718303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Headless server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4745735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bash .github/scripts/headless-server-test.sh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474720" y="5166359"/>
            <a:ext cx="0" cy="15544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57200" y="5321807"/>
            <a:ext cx="6035040" cy="50292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603504" y="5440679"/>
            <a:ext cx="265176" cy="2651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537667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Upload 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404103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Courier New"/>
              </a:rPr>
              <a:t>if: failure() — server-test.log + run/logs, 7 jours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0" y="1371600"/>
            <a:ext cx="4937760" cy="21031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Le point qui compte : le JDK suit Minecraft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1901952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77D"/>
                </a:solidFill>
                <a:latin typeface="Arial"/>
              </a:rPr>
              <a:t>java_version n'est pas écrit à la main : update-mc-version.py le lit dans le manifest Mojang de la version ciblée (javaVersion.majorVersion) et l'écrit dans gradle.properties.</a:t>
            </a:r>
          </a:p>
          <a:p>
            <a:pPr algn="l"/>
            <a:r>
              <a:rPr sz="105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5B677D"/>
                </a:solidFill>
                <a:latin typeface="Arial"/>
              </a:rPr>
              <a:t>Résultat : build.gradle, ci.yml et release.yml lisent tous la même clé. Un bump Minecraft qui exige un nouveau JDK n'a aucune autre édition à faire.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12280" y="3657600"/>
            <a:ext cx="4937760" cy="2423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794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Ce que ci.yml ne fait PAS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41605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5B677D"/>
                </a:solidFill>
                <a:latin typeface="Arial"/>
              </a:rPr>
              <a:t>Il ne teste qu'une seule version : celle de gradle.properties — la matrice, elle, vit dans les deux autres workflows.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5B677D"/>
                </a:solidFill>
                <a:latin typeface="Arial"/>
              </a:rPr>
              <a:t>Il n'écrit rien : pas de commit, pas de tag, pas de publication.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5B677D"/>
                </a:solidFill>
                <a:latin typeface="Arial"/>
              </a:rPr>
              <a:t>Il ne tourne PAS sur les PR ouvertes par check-new-minecraft.yml : une PR créée avec le GITHUB_TOKEN par défaut ne déclenche pas pull_request. Sans conséquence — ce workflow-là teste déjà sa propre branche.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check-new-minecraft.yml — la chaîne complète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Tous les steps après la résolution sont conditionnés par status == 'updated' : si rien de neuf, le job s'arrête en 20 secondes.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3520440" cy="658368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B45309"/>
                </a:solidFill>
                <a:latin typeface="Arial"/>
              </a:rPr>
              <a:t>Resolve and apply versions</a:t>
            </a:r>
          </a:p>
          <a:p>
            <a:pPr algn="ctr"/>
            <a:r>
              <a:rPr sz="1050" b="0">
                <a:solidFill>
                  <a:srgbClr val="5B677D"/>
                </a:solidFill>
                <a:latin typeface="Arial"/>
              </a:rPr>
              <a:t>python3 scripts/update-mc-version.py [version] [--force]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07008"/>
            <a:ext cx="7498079" cy="65836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1B253B"/>
                </a:solidFill>
                <a:latin typeface="Arial"/>
              </a:rPr>
              <a:t>Le code de sortie du script pilote le job</a:t>
            </a:r>
          </a:p>
          <a:p>
            <a:pPr algn="ctr"/>
            <a:r>
              <a:rPr sz="1000" b="0">
                <a:solidFill>
                  <a:srgbClr val="5B677D"/>
                </a:solidFill>
                <a:latin typeface="Arial"/>
              </a:rPr>
              <a:t>0 = ok ou déjà à jour    ·    2 = Fabric pas encore prêt (sortie normale)    ·    1 = vraie erreur → job en échec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1536192"/>
            <a:ext cx="274321" cy="0"/>
          </a:xfrm>
          <a:prstGeom prst="line">
            <a:avLst/>
          </a:prstGeom>
          <a:ln w="1524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240280"/>
            <a:ext cx="3749039" cy="868680"/>
          </a:xfrm>
          <a:prstGeom prst="roundRect">
            <a:avLst>
              <a:gd name="adj" fmla="val 10000"/>
            </a:avLst>
          </a:prstGeom>
          <a:solidFill>
            <a:srgbClr val="E4ECFD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D4ED8"/>
                </a:solidFill>
                <a:latin typeface="Arial"/>
              </a:rPr>
              <a:t>status = updated</a:t>
            </a:r>
          </a:p>
          <a:p>
            <a:pPr algn="ctr"/>
            <a:r>
              <a:rPr sz="950" b="0">
                <a:solidFill>
                  <a:srgbClr val="5B677D"/>
                </a:solidFill>
                <a:latin typeface="Arial"/>
              </a:rPr>
              <a:t>Fichiers modifiés dans le workspace : tout ce qui suit se déclenche.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40280"/>
            <a:ext cx="3566160" cy="86868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475569"/>
                </a:solidFill>
                <a:latin typeface="Arial"/>
              </a:rPr>
              <a:t>status = up-to-date</a:t>
            </a:r>
          </a:p>
          <a:p>
            <a:pPr algn="ctr"/>
            <a:r>
              <a:rPr sz="950" b="0">
                <a:solidFill>
                  <a:srgbClr val="5B677D"/>
                </a:solidFill>
                <a:latin typeface="Arial"/>
              </a:rPr>
              <a:t>Résumé dans le step summary, puis fin du job.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40280"/>
            <a:ext cx="3520440" cy="86868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475569"/>
                </a:solidFill>
                <a:latin typeface="Arial"/>
              </a:rPr>
              <a:t>status = unsupported</a:t>
            </a:r>
          </a:p>
          <a:p>
            <a:pPr algn="ctr"/>
            <a:r>
              <a:rPr sz="950" b="0">
                <a:solidFill>
                  <a:srgbClr val="5B677D"/>
                </a:solidFill>
                <a:latin typeface="Arial"/>
              </a:rPr>
              <a:t>Fabric ne publie encore ni loader ni API : retry au prochain cron.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75688" y="1865376"/>
            <a:ext cx="0" cy="374904"/>
          </a:xfrm>
          <a:prstGeom prst="line">
            <a:avLst/>
          </a:prstGeom>
          <a:ln w="1905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1865376"/>
            <a:ext cx="1280160" cy="374904"/>
          </a:xfrm>
          <a:prstGeom prst="line">
            <a:avLst/>
          </a:prstGeom>
          <a:ln w="1524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66160" y="1865376"/>
            <a:ext cx="4663440" cy="374904"/>
          </a:xfrm>
          <a:prstGeom prst="line">
            <a:avLst/>
          </a:prstGeom>
          <a:ln w="1524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310128"/>
            <a:ext cx="4846320" cy="530352"/>
          </a:xfrm>
          <a:prstGeom prst="roundRect">
            <a:avLst>
              <a:gd name="adj" fmla="val 10000"/>
            </a:avLst>
          </a:prstGeom>
          <a:solidFill>
            <a:srgbClr val="E4ECFD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46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Commit du bump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branche chore/mc-&lt;version&gt; · gradle.properties + fabric.mod.json + mixins.json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484632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86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Set up JDK + Gradle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APRÈS la résolution : le JDK est celui qu'exige la NOUVELLE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90288"/>
            <a:ext cx="4846320" cy="530352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26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test-with-escalation.sh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matrice, puis dégel de fabric-api, puis du loader · continue-on-error: true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30368"/>
            <a:ext cx="4846320" cy="530352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669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Read the final dependency versions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relit gradle.properties : l'escalade a pu bouger les versions après le step update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80360" y="3108960"/>
            <a:ext cx="0" cy="201168"/>
          </a:xfrm>
          <a:prstGeom prst="line">
            <a:avLst/>
          </a:prstGeom>
          <a:ln w="15240">
            <a:solidFill>
              <a:srgbClr val="1D4E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880360" y="3840480"/>
            <a:ext cx="0" cy="10972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80360" y="4480560"/>
            <a:ext cx="0" cy="10972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5120640"/>
            <a:ext cx="0" cy="10972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7200" y="587044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15703D"/>
                </a:solidFill>
                <a:latin typeface="Arial"/>
              </a:rPr>
              <a:t>tests = success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Arial"/>
              </a:rPr>
              <a:t>--mark-supported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5870448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B01C1C"/>
                </a:solidFill>
                <a:latin typeface="Arial"/>
              </a:rPr>
              <a:t>tests ≠ success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Arial"/>
              </a:rPr>
              <a:t>--revert-compat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18488" y="5760720"/>
            <a:ext cx="0" cy="109728"/>
          </a:xfrm>
          <a:prstGeom prst="line">
            <a:avLst/>
          </a:prstGeom>
          <a:ln w="1524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133087" y="5760720"/>
            <a:ext cx="0" cy="109728"/>
          </a:xfrm>
          <a:prstGeom prst="line">
            <a:avLst/>
          </a:prstGeom>
          <a:ln w="1524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715000" y="3310128"/>
            <a:ext cx="6035040" cy="301752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4290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253B"/>
                </a:solidFill>
                <a:latin typeface="Arial"/>
              </a:rPr>
              <a:t>Puis, dans l'ordre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3767328"/>
            <a:ext cx="57150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Upload logs </a:t>
            </a:r>
            <a:r>
              <a:rPr sz="1000">
                <a:solidFill>
                  <a:srgbClr val="1B253B"/>
                </a:solidFill>
                <a:latin typeface="Arial"/>
              </a:rPr>
              <a:t>test-matrix.log, test-escalation.txt, server-test-*.log, run/logs — 30 jours.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Write the PR body </a:t>
            </a:r>
            <a:r>
              <a:rPr sz="1000">
                <a:solidFill>
                  <a:srgbClr val="1B253B"/>
                </a:solidFill>
                <a:latin typeface="Arial"/>
              </a:rPr>
              <a:t>lit test-matrix-status.txt ET test-escalation.txt. Le tableau des versions affiche « figé (dernier dispo : X) » pour le loader et l'API, et une section Escalade si elles ont bougé.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Push and open the PR </a:t>
            </a:r>
            <a:r>
              <a:rPr sz="1000">
                <a:solidFill>
                  <a:srgbClr val="1B253B"/>
                </a:solidFill>
                <a:latin typeface="Arial"/>
              </a:rPr>
              <a:t>force-push, label minecraft-update, assignée. Base = le ref d'où tourne le workflow (master en cron). Draft si l'échelle n'a rien sauvé.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Open a failure issue </a:t>
            </a:r>
            <a:r>
              <a:rPr sz="1000">
                <a:solidFill>
                  <a:srgbClr val="1B253B"/>
                </a:solidFill>
                <a:latin typeface="Arial"/>
              </a:rPr>
              <a:t>titre déterministe → un rerun commente l'existante. Elle dit ce que l'escalade a déjà tenté, pour que personne ne le re-propose comme solution.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Le modèle de compatibilité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Deux clés qui doivent rester d'accord. Une « série » = les deux premiers composants d'une version (26.1.2 → 26.1) ; un jar couvre une série.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5309"/>
                </a:solidFill>
                <a:latin typeface="Courier New"/>
              </a:rPr>
              <a:t>supported_minecraft_versions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Courier New"/>
              </a:rPr>
              <a:t>gradle.properties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93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253B"/>
                </a:solidFill>
                <a:latin typeface="Arial"/>
              </a:rPr>
              <a:t>Ce qui est ANNONCÉ sur Modrinth / CurseForge.</a:t>
            </a:r>
          </a:p>
          <a:p>
            <a:pPr algn="l"/>
            <a:r>
              <a:rPr sz="1050" b="0">
                <a:solidFill>
                  <a:srgbClr val="1B253B"/>
                </a:solidFill>
                <a:latin typeface="Arial"/>
              </a:rPr>
              <a:t>Lu par build.gradle (gameVersions), envoyé au moment de la publication.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486400" cy="137160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Courier New"/>
              </a:rPr>
              <a:t>depends.minecraft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Courier New"/>
              </a:rPr>
              <a:t>src/main/resources/fabric.mod.json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253B"/>
                </a:solidFill>
                <a:latin typeface="Arial"/>
              </a:rPr>
              <a:t>Ce que Fabric Loader CHARGE ou REFUSE au runtime.</a:t>
            </a:r>
          </a:p>
          <a:p>
            <a:pPr algn="l"/>
            <a:r>
              <a:rPr sz="1050" b="0">
                <a:solidFill>
                  <a:srgbClr val="1B253B"/>
                </a:solidFill>
                <a:latin typeface="Arial"/>
              </a:rPr>
              <a:t>Un joueur sur une version hors plage voit le mod rejeté au démarrage.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2971800"/>
          <a:ext cx="6949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21945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minecraft_version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supported_minecraft_versions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depends.minecraft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"=26.1"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26.1.1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26.1,26.1.1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"&gt;=26.1 &lt;=26.1.1"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26.1.2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26.1,26.1.1,26.1.2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"&gt;=26.1 &lt;=26.1.2"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26.2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Arial"/>
                        </a:rPr>
                        <a:t>26.2  (série remise à zéro)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B253B"/>
                          </a:solidFill>
                          <a:latin typeface="Courier New"/>
                        </a:rPr>
                        <a:t>"=26.2"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726679" y="2971800"/>
            <a:ext cx="4023360" cy="30632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Conséquence : il faut une matrice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520440"/>
            <a:ext cx="3657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depends.minecraft couvre TOUTE la série, pas seulement la dernière version.</a:t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Ne tester que 26.1.2 laisserait 26.1 et 26.1.1 — promises par le jar et listées sur les stores — non vérifiées.</a:t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C'est encore plus vrai dès qu'une dépendance bouge : un Fabric API plus récent est exactement le genre de changement qui répare la dernière version et casse une ancienne de la même série.</a:t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D'où test-matrix.sh, rejoué EN ENTIER après chaque bump de l'échelle.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83480"/>
            <a:ext cx="69494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0235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53B"/>
                </a:solidFill>
                <a:latin typeface="Arial"/>
              </a:rPr>
              <a:t>La série est calculée à un seul endroit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9496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series_of() / versions_to_test() / compat_range() vivent dans update-mc-version.py.</a:t>
            </a:r>
          </a:p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test-matrix.sh ne recalcule rien : il demande la liste avec --list-test-versions.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253B"/>
                </a:solidFill>
                <a:latin typeface="Arial"/>
              </a:rPr>
              <a:t>Le pari optimiste : élargir, tester, puis confirmer ou annuler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Pourquoi la plage de compatibilité est augmentée AVANT les tests — et comment on la reprend si les tests échouent.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98448"/>
            <a:ext cx="11292840" cy="804672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01C1C"/>
                </a:solidFill>
                <a:latin typeface="Arial"/>
              </a:rPr>
              <a:t>Le problème d'amorçage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B253B"/>
                </a:solidFill>
                <a:latin typeface="Arial"/>
              </a:rPr>
              <a:t>Si depends.minecraft reste sur l'ancienne plage, Fabric Loader REFUSE de charger le mod sur le serveur de la nouvelle version : aucune version nouvelle ne pourrait jamais être validée. Il faut donc élargir d'abord, tester ensuite.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2606040" cy="132588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rial"/>
              </a:rPr>
              <a:t>1 ·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.mc-update-state.json garde les claims</a:t>
            </a:r>
          </a:p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ET les versions gelées d'avant</a:t>
            </a:r>
          </a:p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la mise à 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286000"/>
            <a:ext cx="2606040" cy="132588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395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rial"/>
              </a:rPr>
              <a:t>2 · Élargissement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69748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compat_range() écrit la nouvelle plage.</a:t>
            </a:r>
          </a:p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supported_minecraft_versions n'est PAS</a:t>
            </a:r>
          </a:p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touché — rien n'est encore prouvé.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2606040" cy="132588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rial"/>
              </a:rPr>
              <a:t>3 · Échelle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2331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test-with-escalation.sh : la matrice,</a:t>
            </a:r>
          </a:p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puis un dégel à la fois,</a:t>
            </a:r>
          </a:p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puis la matrice à nouveau.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63240" y="2944368"/>
            <a:ext cx="274320" cy="0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0" y="2944368"/>
            <a:ext cx="274320" cy="0"/>
          </a:xfrm>
          <a:prstGeom prst="line">
            <a:avLst/>
          </a:prstGeom>
          <a:ln w="1905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98280" y="2286000"/>
            <a:ext cx="2651760" cy="566928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5703D"/>
                </a:solidFill>
                <a:latin typeface="Arial"/>
              </a:rPr>
              <a:t>TOUT passe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044952"/>
            <a:ext cx="2651760" cy="566928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B01C1C"/>
                </a:solidFill>
                <a:latin typeface="Arial"/>
              </a:rPr>
              <a:t>échelle épuisée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823960" y="2569464"/>
            <a:ext cx="274320" cy="265176"/>
          </a:xfrm>
          <a:prstGeom prst="line">
            <a:avLst/>
          </a:prstGeom>
          <a:ln w="1905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23960" y="3063240"/>
            <a:ext cx="274320" cy="265176"/>
          </a:xfrm>
          <a:prstGeom prst="line">
            <a:avLst/>
          </a:prstGeom>
          <a:ln w="1905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3794760"/>
            <a:ext cx="557784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5703D"/>
                </a:solidFill>
                <a:latin typeface="Courier New"/>
              </a:rPr>
              <a:t>4a · --mark-supported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5257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ajoute </a:t>
            </a:r>
            <a:r>
              <a:rPr sz="1050">
                <a:solidFill>
                  <a:srgbClr val="1B253B"/>
                </a:solidFill>
                <a:latin typeface="Arial"/>
              </a:rPr>
              <a:t>minecraft_version à supported_minecraft_versions ;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recalcule </a:t>
            </a:r>
            <a:r>
              <a:rPr sz="1050">
                <a:solidFill>
                  <a:srgbClr val="1B253B"/>
                </a:solidFill>
                <a:latin typeface="Arial"/>
              </a:rPr>
              <a:t>depends.minecraft depuis CETTE liste, si bien que les deux clés ne peuvent pas diverger ;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grave </a:t>
            </a:r>
            <a:r>
              <a:rPr sz="1050">
                <a:solidFill>
                  <a:srgbClr val="1B253B"/>
                </a:solidFill>
                <a:latin typeface="Arial"/>
              </a:rPr>
              <a:t>un plancher depends pour chaque dépendance que l'escalade a bougée ;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efface </a:t>
            </a:r>
            <a:r>
              <a:rPr sz="1050">
                <a:solidFill>
                  <a:srgbClr val="1B253B"/>
                </a:solidFill>
                <a:latin typeface="Arial"/>
              </a:rPr>
              <a:t>.mc-update-state.json : il n'y a plus rien à annuler.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94760"/>
            <a:ext cx="5577840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B01C1C"/>
                </a:solidFill>
                <a:latin typeface="Courier New"/>
              </a:rPr>
              <a:t>4b · --revert-compat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297680"/>
            <a:ext cx="5257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restaure </a:t>
            </a:r>
            <a:r>
              <a:rPr sz="1050">
                <a:solidFill>
                  <a:srgbClr val="1B253B"/>
                </a:solidFill>
                <a:latin typeface="Arial"/>
              </a:rPr>
              <a:t>supported_minecraft_versions, depends.minecraft et les deux planchers, depuis le snapshot ;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garde </a:t>
            </a:r>
            <a:r>
              <a:rPr sz="1050">
                <a:solidFill>
                  <a:srgbClr val="1B253B"/>
                </a:solidFill>
                <a:latin typeface="Arial"/>
              </a:rPr>
              <a:t>tous les bumps de version, y compris ceux tentés par l'escalade : c'est le diff dont on repart pour corriger à la main ;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refuse </a:t>
            </a:r>
            <a:r>
              <a:rPr sz="1050">
                <a:solidFill>
                  <a:srgbClr val="1B253B"/>
                </a:solidFill>
                <a:latin typeface="Arial"/>
              </a:rPr>
              <a:t>de tourner si le snapshot ne correspond pas à la version actuelle.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035040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5B677D"/>
                </a:solidFill>
                <a:latin typeface="Arial"/>
              </a:rPr>
              <a:t>C'est le seul endroit du dépôt où la compatibilité est affirmée : ce que les stores annoncent n'est écrit qu'après une preuve d'exécution.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253B"/>
                </a:solidFill>
                <a:latin typeface="Arial"/>
              </a:rPr>
              <a:t>L'échelle d'escalade : une seule variable à la fois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test-with-escalation.sh · une mise à jour ne bouge plus que Minecraft ; le loader et Fabric API sont gelés et ne se dégèlent qu'en réaction à un échec.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01C1C"/>
                </a:solidFill>
                <a:latin typeface="Arial"/>
              </a:rPr>
              <a:t>Le problème d'avant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B253B"/>
                </a:solidFill>
                <a:latin typeface="Arial"/>
              </a:rPr>
              <a:t>Minecraft, le loader ET Fabric API bougeaient d'un coup : une matrice rouge avait trois suspects, et les deux dépendances changent le comportement de TOUTES les sous-versions, pas seulement de la nouvelle.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943600" cy="566928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D28D9"/>
                </a:solidFill>
                <a:latin typeface="Courier New"/>
              </a:rPr>
              <a:t>Matrice avec les dépendances gelées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951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loader_version et fabric_api_version tels quels dans gradle.properties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0" y="2578608"/>
            <a:ext cx="0" cy="164592"/>
          </a:xfrm>
          <a:prstGeom prst="line">
            <a:avLst/>
          </a:prstGeom>
          <a:ln w="1651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00200" y="256032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01C1C"/>
                </a:solidFill>
                <a:latin typeface="Arial"/>
              </a:rPr>
              <a:t>rouge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5669280" cy="566928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ourier New"/>
              </a:rPr>
              <a:t>--bump-fabric-api   →   matrice ENTIÈRE à nouveau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266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d'abord le moins invasif : Fabric API est une bibliothèque que le mod appelle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37360" y="3310128"/>
            <a:ext cx="0" cy="164592"/>
          </a:xfrm>
          <a:prstGeom prst="line">
            <a:avLst/>
          </a:prstGeom>
          <a:ln w="1651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74519" y="32918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01C1C"/>
                </a:solidFill>
                <a:latin typeface="Arial"/>
              </a:rPr>
              <a:t>rouge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474720"/>
            <a:ext cx="5394960" cy="566928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2043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Courier New"/>
              </a:rPr>
              <a:t>--bump-loader   →   matrice ENTIÈRE à nouveau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5818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ensuite le loader : c'est lui qui fait tourner TOUS les mods du serveur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4041648"/>
            <a:ext cx="0" cy="164592"/>
          </a:xfrm>
          <a:prstGeom prst="line">
            <a:avLst/>
          </a:prstGeom>
          <a:ln w="16510">
            <a:solidFill>
              <a:srgbClr val="B0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48840" y="4023359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01C1C"/>
                </a:solidFill>
                <a:latin typeface="Arial"/>
              </a:rPr>
              <a:t>rouge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206240"/>
            <a:ext cx="5394960" cy="438912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1C1C"/>
                </a:solidFill>
                <a:latin typeface="Arial"/>
              </a:rPr>
              <a:t>sortie 1  →  --revert-compat, PR draft, issue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92040"/>
            <a:ext cx="594360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9926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5703D"/>
                </a:solidFill>
                <a:latin typeface="Arial"/>
              </a:rPr>
              <a:t>Verte à n'importe quel barreau → le job continue normalement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266944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Chaque barreau rejoue la matrice EN ENTIER, pas seulement la version tombée : un Fabric API plus récent répare souvent la dernière version en cassant une ancienne de la même série, et depends.minecraft les promet toutes.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1234440"/>
            <a:ext cx="5074920" cy="201168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1353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253B"/>
                </a:solidFill>
                <a:latin typeface="Arial"/>
              </a:rPr>
              <a:t>Un bump est une hypothèse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1664208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--bump-* ne touche PAS fabric.mod.json. C'est --mark-supported qui grave le plancher, une fois la matrice verte, et seulement pour ce qui a réellement bougé (comparaison avec le snapshot) :</a:t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     fabric-api : "*"  →  "&gt;=0.156.1+26.2"</a:t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Sans escalade, « fabric-api » garde son « * ». La version est écrite brute, suffixe compris : semver ignore les métadonnées de build, donc c'est cosmétique au runtime, mais le fichier dit exactement quel artefact a été testé.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3429000"/>
            <a:ext cx="5074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538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rial"/>
              </a:rPr>
              <a:t>Code de sortie 3 : déjà au plus récent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84048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Ce n'est pas un échec : ce barreau ne peut simplement rien changer. L'échelle le saute au lieu de dépenser vingt minutes de CI à reproduire le même rouge.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4892040"/>
            <a:ext cx="507492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0017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53B"/>
                </a:solidFill>
                <a:latin typeface="Arial"/>
              </a:rPr>
              <a:t>Ce qui reste hors de l'échelle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30352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fabric-loom : plugin de build, il ne part pas dans le jar → suit toujours le dernier stable.</a:t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java_version : c'est Mojang qui le dicte, il n'y a rien à décider.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scripts/update-mc-version.py — le cerveau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Bibliothèque standard uniquement (aucun pip). Le même code sert en CI et en local, pour que les deux ne puissent pas diverger.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Ce qu'une mise à jour touche, et ce qu'elle ne touche pas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36192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931920"/>
              </a:tblGrid>
              <a:tr h="339634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Clé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Comportement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minecraft_version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la seule variable d'une MàJ — manifest Mojang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java_version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suit Minecraft (javaVersion.majorVersion)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loom_version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dernier stable du Maven Fabric, trié numériquement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loader_version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GELÉ — ne bouge que via --bump-loader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fabric_api_version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GELÉ — ne bouge que via --bump-fabric-api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mod_version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étiquette MC seulement : 26.1.x-1.1.0, jamais 26.x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Les détails qui évitent les faux positifs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453128"/>
            <a:ext cx="5806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1">
                <a:solidFill>
                  <a:srgbClr val="1B253B"/>
                </a:solidFill>
                <a:latin typeface="Arial"/>
              </a:rPr>
              <a:t>Les résolveurs restent appelés, comme sondes : </a:t>
            </a:r>
            <a:r>
              <a:rPr sz="950">
                <a:solidFill>
                  <a:srgbClr val="1B253B"/>
                </a:solidFill>
                <a:latin typeface="Arial"/>
              </a:rPr>
              <a:t>Fabric ne listant ni loader ni API pour la cible, c'est la définition de « pas encore prêt » (sortie 2). Leurs valeurs partent dans available_*, pour que la PR dise « figé sur X, dernier dispo Y » sans confondre les deux.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B253B"/>
                </a:solidFill>
                <a:latin typeface="Arial"/>
              </a:rPr>
              <a:t>Fabric meta répond 400 </a:t>
            </a:r>
            <a:r>
              <a:rPr sz="950">
                <a:solidFill>
                  <a:srgbClr val="1B253B"/>
                </a:solidFill>
                <a:latin typeface="Arial"/>
              </a:rPr>
              <a:t>(pas 404) pour une version inconnue : ce statut est autorisé explicitement, sinon un 5xx passerait pour un « pas encore publié ».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1B253B"/>
                </a:solidFill>
                <a:latin typeface="Arial"/>
              </a:rPr>
              <a:t>Le Maven loom liste par ordre de PUBLICATION </a:t>
            </a:r>
            <a:r>
              <a:rPr sz="950">
                <a:solidFill>
                  <a:srgbClr val="1B253B"/>
                </a:solidFill>
                <a:latin typeface="Arial"/>
              </a:rPr>
              <a:t>(1.17.14 après 1.18.0-alpha.4) : la liste est triée numériquement, et &lt;release&gt; est ignoré car il peut pointer une pré-release.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Les modes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536192"/>
          <a:ext cx="5349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657600"/>
              </a:tblGrid>
              <a:tr h="290945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Option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Effet</a:t>
                      </a:r>
                    </a:p>
                  </a:txBody>
                  <a:tcPr marL="73152" marR="54864" marT="27432" marB="27432" anchor="ctr">
                    <a:solidFill>
                      <a:srgbClr val="1D4ED8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(aucune)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résout et écrit les fichiers, sans rien affirmer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--dry-run / --json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montre le diff sans écrire / sortie machine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--force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rejoue même si le repo est déjà sur la version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--loom VERSION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épingle fabric-loom au lieu du dernier stable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--list-test-versions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liste les versions à démarrer (lue par test-matrix.sh)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--bump-fabric-api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escalade : dégèle fabric_api_version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--bump-loader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escalade : dégèle loader_version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--mark-supported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affirme la compatibilité + grave les planchers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  <a:tr h="290945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--revert-compat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restaure les claims, garde les bumps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--run-tests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B253B"/>
                          </a:solidFill>
                          <a:latin typeface="Arial"/>
                        </a:rPr>
                        <a:t>tout en local : MàJ, échelle, puis mark ou revert</a:t>
                      </a:r>
                    </a:p>
                  </a:txBody>
                  <a:tcPr marL="73152" marR="54864" marT="27432" marB="27432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502920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Codes de sortie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37667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15703D"/>
                </a:solidFill>
                <a:latin typeface="Courier New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404104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succès — mis à jour, ou déjà à jour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70585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475569"/>
                </a:solidFill>
                <a:latin typeface="Courier New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73328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Fabric ne supporte pas encore cette version — sortie normale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603504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45309"/>
                </a:solidFill>
                <a:latin typeface="Courier New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6062472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--bump-* : déjà au plus récent, ce barreau est un no-op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636422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B01C1C"/>
                </a:solidFill>
                <a:latin typeface="Courier New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639165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vraie erreur (réseau, clé absente, échelle épuisée)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253B"/>
                </a:solidFill>
                <a:latin typeface="Arial"/>
              </a:rPr>
              <a:t>test-matrix.sh — la boucle sur les versions revendiquées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bash .github/scripts/test-matrix.sh   ·   utilisable tel quel en local   ·   MC_VERSIONS="26.1 26.1.2" pour forcer la liste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4206240" cy="59436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B45309"/>
                </a:solidFill>
                <a:latin typeface="Courier New"/>
              </a:rPr>
              <a:t>python3 scripts/update-mc-version.py --list-test-versions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Courier New"/>
              </a:rPr>
              <a:t>la notion de « série » n'existe qu'à cet endroit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4206240" cy="41148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475569"/>
                </a:solidFill>
                <a:latin typeface="Courier New"/>
              </a:rPr>
              <a:t>MC_VERSIONS="…"  court-circuite la liste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828800"/>
            <a:ext cx="0" cy="182880"/>
          </a:xfrm>
          <a:prstGeom prst="line">
            <a:avLst/>
          </a:prstGeom>
          <a:ln w="1524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2423160"/>
            <a:ext cx="0" cy="411480"/>
          </a:xfrm>
          <a:prstGeom prst="line">
            <a:avLst/>
          </a:prstGeom>
          <a:ln w="1905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" y="2834640"/>
            <a:ext cx="4206240" cy="2377440"/>
          </a:xfrm>
          <a:prstGeom prst="roundRect">
            <a:avLst>
              <a:gd name="adj" fmla="val 5000"/>
            </a:avLst>
          </a:prstGeom>
          <a:solidFill>
            <a:srgbClr val="EFE8FD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rial"/>
              </a:rPr>
              <a:t>pour chaque version MC de la liste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3749039" cy="4389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B253B"/>
                </a:solidFill>
                <a:latin typeface="Courier New"/>
              </a:rPr>
              <a:t>./gradlew build -Pminecraft_version=$MC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86200"/>
            <a:ext cx="3749039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B253B"/>
                </a:solidFill>
                <a:latin typeface="Courier New"/>
              </a:rPr>
              <a:t>headless-server-test.sh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Courier New"/>
              </a:rPr>
              <a:t>LOG=server-test-$MC.log · EXPECTED_MC=$MC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617720"/>
            <a:ext cx="3749039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B253B"/>
                </a:solidFill>
                <a:latin typeface="Courier New"/>
              </a:rPr>
              <a:t>echo "$MC ok|build|server" &gt;&gt; 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3685032"/>
            <a:ext cx="0" cy="201168"/>
          </a:xfrm>
          <a:prstGeom prst="line">
            <a:avLst/>
          </a:prstGeom>
          <a:ln w="152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60320" y="4453128"/>
            <a:ext cx="0" cy="164592"/>
          </a:xfrm>
          <a:prstGeom prst="line">
            <a:avLst/>
          </a:prstGeom>
          <a:ln w="15240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54406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15703D"/>
                </a:solidFill>
                <a:latin typeface="Arial"/>
              </a:rPr>
              <a:t>sortie 0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Arial"/>
              </a:rPr>
              <a:t>toutes 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544068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B01C1C"/>
                </a:solidFill>
                <a:latin typeface="Arial"/>
              </a:rPr>
              <a:t>sortie 1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Arial"/>
              </a:rPr>
              <a:t>n/N cassées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234440"/>
            <a:ext cx="6720840" cy="21488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37160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253B"/>
                </a:solidFill>
                <a:latin typeface="Arial"/>
              </a:rPr>
              <a:t>test-matrix-status.txt : la trace de ce qui a VRAIMENT tourné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737360"/>
            <a:ext cx="6309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253B"/>
                </a:solidFill>
                <a:latin typeface="Courier New"/>
              </a:rPr>
              <a:t>26.1    ok</a:t>
            </a:r>
          </a:p>
          <a:p>
            <a:pPr algn="l"/>
            <a:r>
              <a:rPr sz="1100" b="0">
                <a:solidFill>
                  <a:srgbClr val="1B253B"/>
                </a:solidFill>
                <a:latin typeface="Courier New"/>
              </a:rPr>
              <a:t>26.1.1  ok</a:t>
            </a:r>
          </a:p>
          <a:p>
            <a:pPr algn="l"/>
            <a:r>
              <a:rPr sz="1100" b="0">
                <a:solidFill>
                  <a:srgbClr val="1B253B"/>
                </a:solidFill>
                <a:latin typeface="Courier New"/>
              </a:rPr>
              <a:t>26.1.2 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560320"/>
            <a:ext cx="6309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D"/>
                </a:solidFill>
                <a:latin typeface="Arial"/>
              </a:rPr>
              <a:t>Le corps de la PR et l'issue lisent CE fichier, pas --list-test-versions : au moment où ils s'exécutent, --revert-compat a pu raccourcir la liste des versions supportées, et la liste recalculée ne correspondrait plus à ce qui a été testé.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566160"/>
            <a:ext cx="672084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68503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253B"/>
                </a:solidFill>
                <a:latin typeface="Arial"/>
              </a:rPr>
              <a:t>Trois décisions de conception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41648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continue au lieu de s'arrêter </a:t>
            </a:r>
            <a:r>
              <a:rPr sz="1000">
                <a:solidFill>
                  <a:srgbClr val="1B253B"/>
                </a:solidFill>
                <a:latin typeface="Arial"/>
              </a:rPr>
              <a:t>une version cassée n'empêche pas de tester les suivantes : le rapport final liste toutes les versions, pas seulement la première tombée.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un log par version </a:t>
            </a:r>
            <a:r>
              <a:rPr sz="1000">
                <a:solidFill>
                  <a:srgbClr val="1B253B"/>
                </a:solidFill>
                <a:latin typeface="Arial"/>
              </a:rPr>
              <a:t>server-test-&lt;mc&gt;.log : une panne au milieu de la matrice garde les preuves des runs qui l'entourent.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1B253B"/>
                </a:solidFill>
                <a:latin typeface="Arial"/>
              </a:rPr>
              <a:t>appelée par TROIS chemins </a:t>
            </a:r>
            <a:r>
              <a:rPr sz="1000">
                <a:solidFill>
                  <a:srgbClr val="1B253B"/>
                </a:solidFill>
                <a:latin typeface="Arial"/>
              </a:rPr>
              <a:t>l'échelle de check-new-minecraft.yml, --run-tests en local, et le job publish de release.yml — qui reprouve tout avant d'envoyer le jar.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headless-server-test.sh — démarrer ne suffit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Un serveur dédié réel est lancé par loom, puis le log est passé au crible. Variables : RUN_DIR · LOG · BOOT_TIMEOUT (900s) · STOP_TIMEOUT · EXPECTED_MC · GRADLE_ARGS · LEVEL_NAME.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23560" cy="65836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93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eula=true · monde plat · watchdog désactivé (max-tick-time=-1) · view/simulation-distance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84248"/>
            <a:ext cx="5623560" cy="65836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391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Le monde est effacé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585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une sauvegarde écrite par une version récente refuse de se charger sur une plus ancienne — ce qui casserait la matrice dès qu'elle teste une vieille version après une neuve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34056"/>
            <a:ext cx="5623560" cy="65836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253B"/>
                </a:solidFill>
                <a:latin typeface="Arial"/>
              </a:rPr>
              <a:t>FIFO ouvert en 3&lt;&gt; et non 3&gt;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08375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ouvrir un FIFO en écriture seule BLOQUE jusqu'à ce qu'un lecteur arrive, et le lecteur (gradle) n'est lancé qu'après ; le mode &lt;&gt; ne bloque jamais et garde stdin ouvert côté serveur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5623560" cy="50292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0">
                <a:solidFill>
                  <a:srgbClr val="6D28D9"/>
                </a:solidFill>
                <a:latin typeface="Courier New"/>
              </a:rPr>
              <a:t>./gradlew runServer $GRADLE_ARGS --no-daemon  →  attente de « Done (…s)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0">
                <a:solidFill>
                  <a:srgbClr val="1B253B"/>
                </a:solidFill>
                <a:latin typeface="Arial"/>
              </a:rPr>
              <a:t>Arrêt : « stop » envoyé dans le FIFO, puis kill après STOP_TIMEOUT</a:t>
            </a:r>
          </a:p>
          <a:p>
            <a:pPr algn="ctr"/>
            <a:r>
              <a:rPr sz="800" b="0">
                <a:solidFill>
                  <a:srgbClr val="5B677D"/>
                </a:solidFill>
                <a:latin typeface="Arial"/>
              </a:rPr>
              <a:t>(loom ne relaie pas toujours stdin — le serveur a démarré, c'est ce qui comptait)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8348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Échec possible à deux endroits avant même les greps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57800"/>
            <a:ext cx="5623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· « Done » jamais atteint dans BOOT_TIMEOUT (processus toujours vivant)</a:t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· le processus est mort avant d'avoir fini de démarrer</a:t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Dans les deux cas : les 200 dernières lignes du log sont recrachées.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18872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53B"/>
                </a:solidFill>
                <a:latin typeface="Arial"/>
              </a:rPr>
              <a:t>Les 5 vérifications sur le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536192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1655064"/>
            <a:ext cx="256032" cy="256032"/>
          </a:xfrm>
          <a:prstGeom prst="ellipse">
            <a:avLst/>
          </a:prstGeom>
          <a:solidFill>
            <a:srgbClr val="157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591056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Le mod est chargé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8013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grep 'extended-time-potion' dans le log de démarrage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57984"/>
            <a:ext cx="5349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2276856"/>
            <a:ext cx="256032" cy="256032"/>
          </a:xfrm>
          <a:prstGeom prst="ellipse">
            <a:avLst/>
          </a:prstGeom>
          <a:solidFill>
            <a:srgbClr val="157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212848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C'est la BONNE 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42316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la version démarrée (« Starting minecraft server version … ») doit être égale à EXPECTED_MC. Sans ça, un cache loom périmé ou un -Pminecraft_version ignoré rendrait le test vert sur la mauvaise version.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944368"/>
            <a:ext cx="5349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3063239"/>
            <a:ext cx="256032" cy="256032"/>
          </a:xfrm>
          <a:prstGeom prst="ellipse">
            <a:avLst/>
          </a:prstGeom>
          <a:solidFill>
            <a:srgbClr val="157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999232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Aucune signature fatale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20954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Mixin apply failed | Failed to load mod | Could not execute entrypoint | A potential solution has been determined | Incompatible mod set. Grep ciblé : Minecraft loggue beaucoup de WARN inoffensifs.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30752"/>
            <a:ext cx="5349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3849624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785615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Le callback de brassage a tourné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9959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« Brewing mixes registered » — sans lui, FabricPotionBrewingBuilder est cassé et le mod ne sert à rien, serveur démarré ou pas.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352544"/>
            <a:ext cx="534924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4471416"/>
            <a:ext cx="256032" cy="25603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407407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Le bon NOMBRE de potions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61772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« Registered N potions » comparé à EXPECTED_POTIONS, lui-même compté dans la source (grep -c '= registerPotion(') plutôt qu'écrit en dur : ajouter une potion ne demande aucune édition du script.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1447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5309"/>
                </a:solidFill>
                <a:latin typeface="Arial"/>
              </a:rPr>
              <a:t>Les vérifications 4 et 5 sont ce qui distingue un smoke test d'un vrai test : un registre vide passerait les trois premières.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release.yml — publication 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push sur master touchant gradle.properties (ou manuel) · concurrency: release, cancel-in-progress: false — un envoi ne doit jamais être coupé en vol.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16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4ED8"/>
                </a:solidFill>
                <a:latin typeface="Courier New"/>
              </a:rPr>
              <a:t>job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Faut-il publier ? — N'écrit rien. Deux garde-fous, puis on s'arrête ou on continue.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23444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16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D28D9"/>
                </a:solidFill>
                <a:latin typeface="Courier New"/>
              </a:rPr>
              <a:t>job 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727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Tester et publier — needs: check · if: publish == true · timeout 90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70332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316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703D"/>
                </a:solidFill>
                <a:latin typeface="Courier New"/>
              </a:rPr>
              <a:t>job 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572768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Tag de la version publiée — needs: [check, publish] — donc uniquement après un envoi réussi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1627632"/>
            <a:ext cx="91440" cy="0"/>
          </a:xfrm>
          <a:prstGeom prst="line">
            <a:avLst/>
          </a:prstGeom>
          <a:ln w="1651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79" y="1627632"/>
            <a:ext cx="91441" cy="0"/>
          </a:xfrm>
          <a:prstGeom prst="line">
            <a:avLst/>
          </a:prstGeom>
          <a:ln w="1651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2194560"/>
            <a:ext cx="3703320" cy="2743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Les deux refus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606040"/>
            <a:ext cx="32918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679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rial"/>
              </a:rPr>
              <a:t>1 · le tag v&lt;mod_version&gt; existe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Déjà publié : publish=false, sortie propre. Idempotent, un rerun ne double rien.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611880"/>
            <a:ext cx="32918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8503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01C1C"/>
                </a:solidFill>
                <a:latin typeface="Arial"/>
              </a:rPr>
              <a:t>2 · minecraft_version absent de</a:t>
            </a:r>
          </a:p>
          <a:p>
            <a:pPr algn="l"/>
            <a:r>
              <a:rPr sz="950" b="1">
                <a:solidFill>
                  <a:srgbClr val="B01C1C"/>
                </a:solidFill>
                <a:latin typeface="Arial"/>
              </a:rPr>
              <a:t>supported_minecraft_versions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6908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Merger une PR DRAFT laisse Minecraft bumpé alors que --revert-compat a raccourci la liste : on publierait un jar construit pour la nouvelle version en annonçant l'ancienne. Erreur, rien n'est envoyé.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194560"/>
            <a:ext cx="3703320" cy="2743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L'ordre des étapes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2606040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6334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B253B"/>
                </a:solidFill>
                <a:latin typeface="Arial"/>
              </a:rPr>
              <a:t>setup-java + setup-gradle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816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77D"/>
                </a:solidFill>
                <a:latin typeface="Arial"/>
              </a:rPr>
              <a:t>java_version, comme partout ailleurs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53128" y="3081528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B253B"/>
                </a:solidFill>
                <a:latin typeface="Arial"/>
              </a:rPr>
              <a:t>test-matrix.sh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77D"/>
                </a:solidFill>
                <a:latin typeface="Arial"/>
              </a:rPr>
              <a:t>toute la matrice, à nouveau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53128" y="3557016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584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B253B"/>
                </a:solidFill>
                <a:latin typeface="Arial"/>
              </a:rPr>
              <a:t>./gradlew publishMod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767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77D"/>
                </a:solidFill>
                <a:latin typeface="Arial"/>
              </a:rPr>
              <a:t>MODRINTH_TOKEN · CURSEFORGE_TOKEN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3128" y="4032504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0599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B253B"/>
                </a:solidFill>
                <a:latin typeface="Arial"/>
              </a:rPr>
              <a:t>Recap (continue-on-error)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42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77D"/>
                </a:solidFill>
                <a:latin typeface="Arial"/>
              </a:rPr>
              <a:t>résumé + printChangelog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53128" y="4507992"/>
            <a:ext cx="3291840" cy="420624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4535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B253B"/>
                </a:solidFill>
                <a:latin typeface="Arial"/>
              </a:rPr>
              <a:t>Upload logs si échec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7183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77D"/>
                </a:solidFill>
                <a:latin typeface="Arial"/>
              </a:rPr>
              <a:t>30 jours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2194560"/>
            <a:ext cx="3703320" cy="2743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286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Pourquoi le tag vient APRÈS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2606040"/>
            <a:ext cx="3337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Le tag dit « cette version est PUBLIÉE », pas « ce commit est mergé ».</a:t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C'est cet ordre qui rend un échec rattrapable : rien n'est laissé derrière, donc relancer le workflow retente l'envoi.</a:t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Taguer d'abord laisserait un tag qui fait sauter la publication à chaque rerun — la version ne partirait jamais.</a:t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Le Recap est en continue-on-error pour la même raison : un plantage cosmétique après l'envoi ferait sauter le job tag, et le rerun se heurterait à un numéro de version déjà pris.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120640"/>
            <a:ext cx="112928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21208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Ce que build.gradle envoie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gameVersions = supported_minecraft_versions (findAll { it } : une liste vide serait publiée comme une version invalide, et requireSupportedVersions refuse carrément de partir).    ·    changelog = -Pchangelog, sinon l'entrée « ## &lt;version&gt; » du CHANGELOG SI elle nomme la version publiée, sinon un texte généré depuis les versions résolues.    ·    uploadFile = tasks.jar : Minecraft 26.x n'est pas obfusqué, loom n'enregistre donc aucun remapJar.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Qui lit quoi : gradle.properties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Aucune version n'est écrite en double. Chaque consommateur relit la même clé.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788920"/>
            <a:ext cx="3566160" cy="132588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B45309"/>
                </a:solidFill>
                <a:latin typeface="Courier New"/>
              </a:rPr>
              <a:t>gradle.properties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Courier New"/>
              </a:rPr>
              <a:t>minecraft_version · java_version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Courier New"/>
              </a:rPr>
              <a:t>loader_version · fabric_api_version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Courier New"/>
              </a:rPr>
              <a:t>loom_version · mod_version</a:t>
            </a:r>
          </a:p>
          <a:p>
            <a:pPr algn="ctr"/>
            <a:r>
              <a:rPr sz="900" b="0">
                <a:solidFill>
                  <a:srgbClr val="5B677D"/>
                </a:solidFill>
                <a:latin typeface="Courier New"/>
              </a:rPr>
              <a:t>supported_minecraft_versions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update-mc-version.py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636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minecraft, loom, java, mod_version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1554480"/>
            <a:ext cx="731520" cy="1645920"/>
          </a:xfrm>
          <a:prstGeom prst="line">
            <a:avLst/>
          </a:prstGeom>
          <a:ln w="1651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1488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DF0DF"/>
          </a:solidFill>
          <a:ln w="1587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219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5309"/>
                </a:solidFill>
                <a:latin typeface="Courier New"/>
              </a:rPr>
              <a:t>--bump-fabric-api / --bump-loader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dégèlent une dépendance à la fois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2468880"/>
            <a:ext cx="731520" cy="731520"/>
          </a:xfrm>
          <a:prstGeom prst="line">
            <a:avLst/>
          </a:prstGeom>
          <a:ln w="1651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30632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3639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703D"/>
                </a:solidFill>
                <a:latin typeface="Courier New"/>
              </a:rPr>
              <a:t>--mark-supported / --revert-compat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924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écrivent ou restaurent supported_…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66160" y="3383280"/>
            <a:ext cx="731520" cy="0"/>
          </a:xfrm>
          <a:prstGeom prst="line">
            <a:avLst/>
          </a:prstGeom>
          <a:ln w="16510">
            <a:solidFill>
              <a:srgbClr val="157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886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B677D"/>
                </a:solidFill>
                <a:latin typeface="Arial"/>
              </a:rPr>
              <a:t>ÉCRIVENT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34840"/>
            <a:ext cx="3108960" cy="160020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44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253B"/>
                </a:solidFill>
                <a:latin typeface="Arial"/>
              </a:rPr>
              <a:t>Une seule source de vérité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84632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Aucun workflow ne code une version en dur : ils lisent tous gradle.properties, que seul le script Python écrit.</a:t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5B677D"/>
                </a:solidFill>
                <a:latin typeface="Arial"/>
              </a:rPr>
              <a:t>Conséquence : un bump Minecraft ne demande aucune édition de ci.yml, de release.yml ni des scripts bash.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1188720"/>
            <a:ext cx="28803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12344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build.gradle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1453896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java_version → release ; supported_… → gameVersions ; refuse si la liste est vide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7863840" y="1563624"/>
            <a:ext cx="1005840" cy="1636776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869680" y="2020824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2066543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ci.yml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34272" y="228600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java_version → setup-java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863840" y="2304288"/>
            <a:ext cx="1005840" cy="896112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69680" y="2670048"/>
            <a:ext cx="28803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27157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test-with-escalation.sh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29352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loader_version / fabric_api_version avant et après chaque dégel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863840" y="2980944"/>
            <a:ext cx="1005840" cy="219456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869680" y="3374136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341985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test-matrix.sh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63931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via --list-test-versions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63840" y="3566160"/>
            <a:ext cx="1005840" cy="91440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869680" y="4023360"/>
            <a:ext cx="2880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406908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headless-server-test.sh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34272" y="428853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minecraft_version par défaut (EXPECTED_MC)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63840" y="3566160"/>
            <a:ext cx="1005840" cy="740664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869680" y="4672584"/>
            <a:ext cx="288036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34272" y="471830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253B"/>
                </a:solidFill>
                <a:latin typeface="Courier New"/>
              </a:rPr>
              <a:t>release.yml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4937760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mod_version → tag ; supported_… → garde-fou ; java → JDK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63840" y="3566160"/>
            <a:ext cx="1005840" cy="1481328"/>
          </a:xfrm>
          <a:prstGeom prst="line">
            <a:avLst/>
          </a:prstGeom>
          <a:ln w="15240">
            <a:solidFill>
              <a:srgbClr val="5B67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869680" y="54864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5B677D"/>
                </a:solidFill>
                <a:latin typeface="Arial"/>
              </a:rPr>
              <a:t>LISENT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484632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EFE8FD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056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Courier New"/>
              </a:rPr>
              <a:t>fabric.mod.json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21208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depends.minecraft / depends.java, recalculés depuis la série.</a:t>
            </a:r>
          </a:p>
          <a:p>
            <a:pPr algn="l"/>
            <a:r>
              <a:rPr sz="900" b="0">
                <a:solidFill>
                  <a:srgbClr val="5B677D"/>
                </a:solidFill>
                <a:latin typeface="Arial"/>
              </a:rPr>
              <a:t>depends.fabricloader / depends.fabric-api : planchers gravés seulement si l'escalade les a bougés.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80760" y="4114800"/>
            <a:ext cx="0" cy="731520"/>
          </a:xfrm>
          <a:prstGeom prst="line">
            <a:avLst/>
          </a:prstGeom>
          <a:ln w="16510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4297680" y="1234440"/>
            <a:ext cx="3566160" cy="1234440"/>
          </a:xfrm>
          <a:prstGeom prst="roundRect">
            <a:avLst>
              <a:gd name="adj" fmla="val 10000"/>
            </a:avLst>
          </a:prstGeom>
          <a:solidFill>
            <a:srgbClr val="ECEFF3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1344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Arial"/>
              </a:rPr>
              <a:t>APIs amont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1627632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piston-meta.mojang.com (versions + Java)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meta.fabricmc.net (loader)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api.modrinth.com (Fabric API)</a:t>
            </a:r>
          </a:p>
          <a:p>
            <a:pPr algn="l"/>
            <a:r>
              <a:rPr sz="850" b="0">
                <a:solidFill>
                  <a:srgbClr val="5B677D"/>
                </a:solidFill>
                <a:latin typeface="Arial"/>
              </a:rPr>
              <a:t>maven.fabricmc.net (loom)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80760" y="2468880"/>
            <a:ext cx="0" cy="320040"/>
          </a:xfrm>
          <a:prstGeom prst="line">
            <a:avLst/>
          </a:prstGeom>
          <a:ln w="1651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253B"/>
                </a:solidFill>
                <a:latin typeface="Arial"/>
              </a:rPr>
              <a:t>Les deux issues possibles d'une mise à jour 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Dans les deux cas la branche chore/mc-&lt;version&gt; existe et porte le bump de dépendances.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57784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57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577840" cy="502920"/>
          </a:xfrm>
          <a:prstGeom prst="rect">
            <a:avLst/>
          </a:prstGeom>
          <a:solidFill>
            <a:srgbClr val="157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Matrice verte — la PR est prête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52120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2 commits </a:t>
            </a:r>
            <a:r>
              <a:rPr sz="1050">
                <a:solidFill>
                  <a:srgbClr val="1B253B"/>
                </a:solidFill>
                <a:latin typeface="Arial"/>
              </a:rPr>
              <a:t>le bump, puis « validate Minecraft &lt;v&gt; » — qui cite l'escalade si elle a servi.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supported_minecraft_versions </a:t>
            </a:r>
            <a:r>
              <a:rPr sz="1050">
                <a:solidFill>
                  <a:srgbClr val="1B253B"/>
                </a:solidFill>
                <a:latin typeface="Arial"/>
              </a:rPr>
              <a:t>étendu : les stores annonceront la nouvelle version.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depends </a:t>
            </a:r>
            <a:r>
              <a:rPr sz="1050">
                <a:solidFill>
                  <a:srgbClr val="1B253B"/>
                </a:solidFill>
                <a:latin typeface="Arial"/>
              </a:rPr>
              <a:t>minecraft conservé tel qu'élargi, plus un plancher pour chaque dépendance dégelée.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PR non-draft </a:t>
            </a:r>
            <a:r>
              <a:rPr sz="1050">
                <a:solidFill>
                  <a:srgbClr val="1B253B"/>
                </a:solidFill>
                <a:latin typeface="Arial"/>
              </a:rPr>
              <a:t>labellisée minecraft-update, assignée, avec le tableau version par version.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Reste à la main : </a:t>
            </a:r>
            <a:r>
              <a:rPr sz="1050">
                <a:solidFill>
                  <a:srgbClr val="1B253B"/>
                </a:solidFill>
                <a:latin typeface="Arial"/>
              </a:rPr>
              <a:t>bumper la partie mod de mod_version, ajouter l'entrée CHANGELOG (c'est elle qui part sur les stores), tester le brassage en jeu. Le merge déclenche release.yml.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440680" cy="3703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B0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440680" cy="502920"/>
          </a:xfrm>
          <a:prstGeom prst="rect">
            <a:avLst/>
          </a:prstGeom>
          <a:solidFill>
            <a:srgbClr val="B0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35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Échelle épuisée — rien n'est prouvé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120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2 commits </a:t>
            </a:r>
            <a:r>
              <a:rPr sz="1050">
                <a:solidFill>
                  <a:srgbClr val="1B253B"/>
                </a:solidFill>
                <a:latin typeface="Arial"/>
              </a:rPr>
              <a:t>le bump, puis « revert unproven compatibility » — qui liste les bumps tentés.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Les claims sont revenus </a:t>
            </a:r>
            <a:r>
              <a:rPr sz="1050">
                <a:solidFill>
                  <a:srgbClr val="1B253B"/>
                </a:solidFill>
                <a:latin typeface="Arial"/>
              </a:rPr>
              <a:t>à leur valeur d'avant, planchers compris : le mod ne prétend PAS supporter la version.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Les bumps sont gardés </a:t>
            </a:r>
            <a:r>
              <a:rPr sz="1050">
                <a:solidFill>
                  <a:srgbClr val="1B253B"/>
                </a:solidFill>
                <a:latin typeface="Arial"/>
              </a:rPr>
              <a:t>y compris ceux de l'escalade, comme point de départ pour la correction manuelle.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PR en draft + issue </a:t>
            </a:r>
            <a:r>
              <a:rPr sz="1050">
                <a:solidFill>
                  <a:srgbClr val="1B253B"/>
                </a:solidFill>
                <a:latin typeface="Arial"/>
              </a:rPr>
              <a:t>l'issue dit ce que l'échelle a déjà tenté, pour que personne ne re-propose « bumper Fabric API » comme solution.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1B253B"/>
                </a:solidFill>
                <a:latin typeface="Arial"/>
              </a:rPr>
              <a:t>Garde-fou aval : </a:t>
            </a:r>
            <a:r>
              <a:rPr sz="1050">
                <a:solidFill>
                  <a:srgbClr val="1B253B"/>
                </a:solidFill>
                <a:latin typeface="Arial"/>
              </a:rPr>
              <a:t>si cette PR draft est mergée quand même, release.yml refuse de publier.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66360"/>
            <a:ext cx="11292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77D"/>
                </a:solidFill>
                <a:latin typeface="Arial"/>
              </a:rPr>
              <a:t>Note : la PR est ouverte avec le GITHUB_TOKEN par défaut, donc ci.yml ne se déclenche pas dessus — ce workflow a déjà construit et démarré la branche lui-même. Il faut activer Settings ▸ Actions ▸ « Allow GitHub Actions to create and approve pull requests 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19456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53B"/>
                </a:solidFill>
                <a:latin typeface="Arial"/>
              </a:rPr>
              <a:t>Reproduire la CI en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713232"/>
            <a:ext cx="11338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5B677D"/>
                </a:solidFill>
                <a:latin typeface="Arial"/>
              </a:rPr>
              <a:t>Tous les scripts tournent hors GitHub Actions, avec exactement le même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621792" y="1325880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Voir ce qu'une mise à jour changerait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27101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5309"/>
                </a:solidFill>
                <a:latin typeface="Courier New"/>
              </a:rPr>
              <a:t>python3 scripts/update-mc-version.py --dry-run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4772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621792" y="1741932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79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Cibler une version précise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870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5309"/>
                </a:solidFill>
                <a:latin typeface="Courier New"/>
              </a:rPr>
              <a:t>python3 scripts/update-mc-version.py 26.2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20824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2157984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0939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Épingler fabric-loom (build cassé dans loom)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031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5309"/>
                </a:solidFill>
                <a:latin typeface="Courier New"/>
              </a:rPr>
              <a:t>python3 scripts/update-mc-version.py 26.2 --loom 1.13.10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36876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2574036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100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Faire tout le pipeline en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5191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5309"/>
                </a:solidFill>
                <a:latin typeface="Courier New"/>
              </a:rPr>
              <a:t>python3 scripts/update-mc-version.py --run-tests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52928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621792" y="2990088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Rejouer la matrice AVEC l'échelle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935224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Courier New"/>
              </a:rPr>
              <a:t>bash .github/scripts/test-with-escalation.sh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268980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621792" y="3406140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3421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Rejouer la matrice seule (deps gelées)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35127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Courier New"/>
              </a:rPr>
              <a:t>bash .github/scripts/test-matrix.sh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85032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621792" y="3822192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37581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Tester une seule 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6732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Courier New"/>
              </a:rPr>
              <a:t>MC_VERSIONS="26.1.2" bash .github/scripts/test-matrix.sh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101084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4" name="Oval 33"/>
          <p:cNvSpPr/>
          <p:nvPr/>
        </p:nvSpPr>
        <p:spPr>
          <a:xfrm>
            <a:off x="621792" y="4238244"/>
            <a:ext cx="118872" cy="118872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1742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Un seul serveur, version courante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1833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Courier New"/>
              </a:rPr>
              <a:t>bash .github/scripts/headless-server-test.sh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17136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38" name="Oval 37"/>
          <p:cNvSpPr/>
          <p:nvPr/>
        </p:nvSpPr>
        <p:spPr>
          <a:xfrm>
            <a:off x="621792" y="4654296"/>
            <a:ext cx="118872" cy="118872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590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Dégeler une dépendance à la main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59943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45309"/>
                </a:solidFill>
                <a:latin typeface="Courier New"/>
              </a:rPr>
              <a:t>python3 scripts/update-mc-version.py --bump-fabric-api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933188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621792" y="5070348"/>
            <a:ext cx="118872" cy="118872"/>
          </a:xfrm>
          <a:prstGeom prst="ellipse">
            <a:avLst/>
          </a:prstGeom>
          <a:solidFill>
            <a:srgbClr val="157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0063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Confirmer la compatibilité après tests 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5015484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703D"/>
                </a:solidFill>
                <a:latin typeface="Courier New"/>
              </a:rPr>
              <a:t>python3 scripts/update-mc-version.py --mark-supported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49240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FBE8E8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46" name="Oval 45"/>
          <p:cNvSpPr/>
          <p:nvPr/>
        </p:nvSpPr>
        <p:spPr>
          <a:xfrm>
            <a:off x="621792" y="5486400"/>
            <a:ext cx="118872" cy="118872"/>
          </a:xfrm>
          <a:prstGeom prst="ellipse">
            <a:avLst/>
          </a:prstGeom>
          <a:solidFill>
            <a:srgbClr val="B0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4223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Reprendre les claims après un échec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43153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1C1C"/>
                </a:solidFill>
                <a:latin typeface="Courier New"/>
              </a:rPr>
              <a:t>python3 scripts/update-mc-version.py --revert-compat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765292"/>
            <a:ext cx="11292840" cy="384048"/>
          </a:xfrm>
          <a:prstGeom prst="roundRect">
            <a:avLst>
              <a:gd name="adj" fmla="val 10000"/>
            </a:avLst>
          </a:prstGeom>
          <a:solidFill>
            <a:srgbClr val="E2F4E8"/>
          </a:solidFill>
          <a:ln w="15875">
            <a:solidFill>
              <a:srgbClr val="C7D0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1B253B"/>
                </a:solidFill>
                <a:latin typeface="Arial"/>
              </a:rPr>
              <a:t/>
            </a:r>
          </a:p>
        </p:txBody>
      </p:sp>
      <p:sp>
        <p:nvSpPr>
          <p:cNvPr id="50" name="Oval 49"/>
          <p:cNvSpPr/>
          <p:nvPr/>
        </p:nvSpPr>
        <p:spPr>
          <a:xfrm>
            <a:off x="621792" y="5902452"/>
            <a:ext cx="118872" cy="118872"/>
          </a:xfrm>
          <a:prstGeom prst="ellipse">
            <a:avLst/>
          </a:prstGeom>
          <a:solidFill>
            <a:srgbClr val="157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58384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B253B"/>
                </a:solidFill>
                <a:latin typeface="Arial"/>
              </a:rPr>
              <a:t>Voir le changelog qui serait publié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584758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5703D"/>
                </a:solidFill>
                <a:latin typeface="Courier New"/>
              </a:rPr>
              <a:t>./gradlew printChangelog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327648"/>
            <a:ext cx="11292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77D"/>
                </a:solidFill>
                <a:latin typeface="Arial"/>
              </a:rPr>
              <a:t>Un run local écrit les mêmes fichiers qu'en CI : pensez à git diff avant de commiter, et à resynchroniser Gradle dans l'IDE après un bump.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